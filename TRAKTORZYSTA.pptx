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60" r:id="rId7"/>
    <p:sldId id="259" r:id="rId8"/>
    <p:sldId id="261" r:id="rId9"/>
    <p:sldId id="262" r:id="rId10"/>
    <p:sldId id="258" r:id="rId11"/>
    <p:sldId id="263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E993E-1542-4F0F-BCB3-71F47EB9097A}" v="21" dt="2026-01-14T17:03:2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6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DA0DB-E78E-4502-9B52-AF62F0202963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6ED0C-A90E-4EEE-84BD-EEE8B983FF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28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ED0C-A90E-4EEE-84BD-EEE8B983FF3B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453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6ED0C-A90E-4EEE-84BD-EEE8B983FF3B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765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9B39-D19B-6180-8781-34545E826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6F1B5-37D3-1A2C-2772-545BCF585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170A6-ECF8-9FBD-1330-3579E552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0A92C-2CEE-C136-3327-C3C06C4A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07F18-46B2-5D1A-CBD2-35CF8CEC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149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3961-8F5A-6748-8534-6DA8ADCE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7CE3-44FF-0F15-03ED-EB084C313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D06B4-1670-997A-E2BF-0AB31C53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DAF08-93DF-798A-268E-0174B389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5EF62-2F70-6936-7ED3-6AD8BB58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22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2D23-57F6-6DDC-7EE2-2B77656A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A3724-F7EC-E26D-B6A5-F5629445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8C47-98BE-6392-F652-A7C782BC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70BEF-3E3A-9C24-576F-3F17BA9D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5FF50-45DE-C8D3-6771-01D0EBDD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555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32AA-968A-8588-309E-89EFA127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9CFD2-76A1-7C4F-9CE3-94922998A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B9D57-693C-252C-8380-814977378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B7DAC-D3E3-5FC0-1D8F-372275D1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F60D1-20CF-3AFA-61BC-4727D6F8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88C51-A5B9-C92D-21D4-F86DC7C9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034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1528-AA93-BF7D-F22C-7C39AA2E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95D6D-584E-92BF-208D-D8F1DCD2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1B594-66B7-023D-320A-16D0F4B85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1297E-4361-E93C-CD1B-DB2F8E87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8E772-4356-F1D2-2D79-F708F67A1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DD2A2F-63E7-1C31-4ABC-536D80587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8A154-DF53-A566-72EE-7FF6DFFA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BB808-17AC-2C9C-37D9-328784D7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187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6313F-728D-C60E-476B-4BB24783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D13F2-E33B-1F20-05D8-C0348D4C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8BD47-A96A-A378-31B4-3B68CAE8B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A0E85-6113-C434-3076-58063687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256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CB836-F0D5-CC76-150D-7917BC16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35F36-4B7A-2249-E8A8-66D25CAA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0E269-854E-F1F6-F21D-B29D966A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878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B10E1-2B7C-CA0B-5A11-7A39D5B1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21F0-E735-BA40-CE3C-80EF10B19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9631E-1CDA-C452-0FEA-895645078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BDF37-C00D-6C6D-55FD-7DB37184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50DAE-B15B-41F5-3E61-395B5135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8CD98-D6A0-204E-9F75-BB738DB7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906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4AB3-5C73-D1A7-E7B2-B94FEB8D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D3DE63-520B-2851-F829-C571CDA3C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9A059-E366-FE19-A362-CCF19555A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D7E98-D6D6-FBAB-21B1-4378F5D9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18F59-E261-BCD0-5C81-CD5BB56A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AADDE-BB9F-F250-DEC2-8CBE4DF1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245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2FCD-9735-E237-A65D-D94E8073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3E931-C0E2-9B4C-9BB6-744853257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DCAD-7434-5A84-96BD-B3AA8A00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EBDC-51D7-FBD5-3DE2-30E819A5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6617-32A6-B472-A8DF-D541D327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3690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F4DDA-A6BD-7097-EC52-91E1C59FB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C0811-7DD1-63D2-8AA1-E3BF59DCD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E1E2B-E906-A778-3AF3-9C8B1414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7851-7507-1AA8-CDB8-3F28B917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3DCF-35C3-12F8-5892-30803686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357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92579-2E1F-AF69-8214-BC0782E9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99563-9367-3FBD-EE7A-A7251C5D5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7905-F727-DD35-1296-C888BF187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F87C3-E917-4A84-82E8-C7B8F989C63F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60A84-193C-99AF-5C6D-DDF0FE9A7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EDBA8-E0BD-8224-ADE2-F76440F37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826B4-23B9-4512-979F-15E2E640402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185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66AA2122-521B-3CB5-8B80-F581D4ACD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64" y="-98536"/>
            <a:ext cx="7055071" cy="705507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8E95F40-7174-C690-326C-BDF5FEA0D94F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2CCF8-E96C-FEEB-EBF2-63F88418B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29601-DDD1-DD51-4624-E1F6B1BF5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game 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3590729-42BA-E6A3-90DA-D96E60F2DB8D}"/>
              </a:ext>
            </a:extLst>
          </p:cNvPr>
          <p:cNvSpPr txBox="1">
            <a:spLocks/>
          </p:cNvSpPr>
          <p:nvPr/>
        </p:nvSpPr>
        <p:spPr>
          <a:xfrm>
            <a:off x="9623535" y="5661498"/>
            <a:ext cx="2720501" cy="1099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Bartosz Dumański</a:t>
            </a:r>
          </a:p>
          <a:p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Karolina Drost</a:t>
            </a:r>
          </a:p>
          <a:p>
            <a:r>
              <a:rPr lang="pl-PL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Lena Janik</a:t>
            </a:r>
          </a:p>
        </p:txBody>
      </p:sp>
      <p:pic>
        <p:nvPicPr>
          <p:cNvPr id="28" name="Picture 27" descr="A pixel art of a person holding a sword&#10;&#10;AI-generated content may be incorrect.">
            <a:extLst>
              <a:ext uri="{FF2B5EF4-FFF2-40B4-BE49-F238E27FC236}">
                <a16:creationId xmlns:a16="http://schemas.microsoft.com/office/drawing/2014/main" id="{F4C02554-9D89-05D5-B3AC-58109C6A1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" y="5474971"/>
            <a:ext cx="1383029" cy="1383029"/>
          </a:xfrm>
          <a:prstGeom prst="rect">
            <a:avLst/>
          </a:prstGeom>
        </p:spPr>
      </p:pic>
      <p:pic>
        <p:nvPicPr>
          <p:cNvPr id="30" name="Picture 29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11EB6535-7ECF-AE9D-7369-C5A33C8DBB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88" y="5661498"/>
            <a:ext cx="1162179" cy="116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2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B37248F4-09F8-340A-02B6-482F63040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33220A-1540-F729-F34F-6E35B651A8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A419B-5A83-F989-0222-2F0FD842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E3933-9413-EB1C-8315-52D84821C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7101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 zeszłorocznych dożynkach na dotychczas spokojnych wsiach wybucha konflikt. Sołtys Suchej Psiny postanawia sabotować udział wsi Zimna Wódka w konkursie na najlepszą koronę dożunkową. W tym celu zwołuje Koło Gospodyń Wiejskich i razem wyruszają na pola w Zimnej Wódce, aby przeszkodzić w zbiorach i przygotowywaniu korony.</a:t>
            </a:r>
          </a:p>
        </p:txBody>
      </p:sp>
      <p:pic>
        <p:nvPicPr>
          <p:cNvPr id="15" name="Picture 14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4B335858-1D00-0B7E-67C4-F75DFE4AA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732" y="2543827"/>
            <a:ext cx="1854358" cy="1854358"/>
          </a:xfrm>
          <a:prstGeom prst="rect">
            <a:avLst/>
          </a:prstGeom>
        </p:spPr>
      </p:pic>
      <p:pic>
        <p:nvPicPr>
          <p:cNvPr id="16" name="Picture 15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F90CE5F0-71A4-3BF6-813B-E613B63A4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36" y="2830693"/>
            <a:ext cx="1854358" cy="1854358"/>
          </a:xfrm>
          <a:prstGeom prst="rect">
            <a:avLst/>
          </a:prstGeom>
        </p:spPr>
      </p:pic>
      <p:pic>
        <p:nvPicPr>
          <p:cNvPr id="17" name="Picture 16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4DA6EB30-138C-4967-CDD7-70C45C0AC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028" y="2847909"/>
            <a:ext cx="1837142" cy="1837142"/>
          </a:xfrm>
          <a:prstGeom prst="rect">
            <a:avLst/>
          </a:prstGeom>
        </p:spPr>
      </p:pic>
      <p:pic>
        <p:nvPicPr>
          <p:cNvPr id="14" name="Content Placeholder 13" descr="A pixel art of a person holding a sword&#10;&#10;AI-generated content may be incorrect.">
            <a:extLst>
              <a:ext uri="{FF2B5EF4-FFF2-40B4-BE49-F238E27FC236}">
                <a16:creationId xmlns:a16="http://schemas.microsoft.com/office/drawing/2014/main" id="{81A56863-9995-4429-CE84-079685CFFE9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447" y="3114532"/>
            <a:ext cx="2710524" cy="271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0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CDC7-55B2-4E9E-4070-2B3F5807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BDEB1FA5-F26B-01B3-7E4A-C47D83C42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031223-0453-B293-3525-F12487C284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2DC1E-CF5B-DFA6-43D6-6A23DE2B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15A18-F29E-B067-B7EC-84BAE815A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4122" y="2337645"/>
            <a:ext cx="5157787" cy="4498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Gracz wciela się w role rolnika z Zimnej Wódki i musi przejść levele zbierając plony i korony, jednocześnie uciekając przed zawistnymi babami i sołtysem Suchej Psiny.</a:t>
            </a:r>
          </a:p>
        </p:txBody>
      </p:sp>
      <p:pic>
        <p:nvPicPr>
          <p:cNvPr id="15" name="Picture 14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C9F6E77C-5514-120B-BAFB-E66ECAD68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84" y="2633729"/>
            <a:ext cx="1854358" cy="1854358"/>
          </a:xfrm>
          <a:prstGeom prst="rect">
            <a:avLst/>
          </a:prstGeom>
        </p:spPr>
      </p:pic>
      <p:pic>
        <p:nvPicPr>
          <p:cNvPr id="16" name="Picture 15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3557DD07-425F-F785-B478-1DC133C92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920595"/>
            <a:ext cx="1854358" cy="1854358"/>
          </a:xfrm>
          <a:prstGeom prst="rect">
            <a:avLst/>
          </a:prstGeom>
        </p:spPr>
      </p:pic>
      <p:pic>
        <p:nvPicPr>
          <p:cNvPr id="17" name="Picture 16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6B1D7CD0-114B-E5EC-21BE-393DD55A6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80" y="2937811"/>
            <a:ext cx="1837142" cy="1837142"/>
          </a:xfrm>
          <a:prstGeom prst="rect">
            <a:avLst/>
          </a:prstGeom>
        </p:spPr>
      </p:pic>
      <p:pic>
        <p:nvPicPr>
          <p:cNvPr id="14" name="Content Placeholder 13" descr="A pixel art of a person holding a sword&#10;&#10;AI-generated content may be incorrect.">
            <a:extLst>
              <a:ext uri="{FF2B5EF4-FFF2-40B4-BE49-F238E27FC236}">
                <a16:creationId xmlns:a16="http://schemas.microsoft.com/office/drawing/2014/main" id="{C2B1B166-4A3F-97F3-4E31-B91D765A74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799" y="3204434"/>
            <a:ext cx="2710524" cy="271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9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F6E21-ED2D-B01C-C302-B57F5A41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E37A449F-80DA-C16A-4F4A-BF543423B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D4632A-273B-06A1-27D5-9DCBC54869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29533-2CA4-2600-982A-090EF3CB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84AEA-8228-7AD2-6B15-2D8FA4C5A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79194" y="1248833"/>
            <a:ext cx="2386011" cy="441855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Algorytm BFS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DAE12A-3256-1587-A5AB-0DCFE31139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08477" y="1690688"/>
            <a:ext cx="5157787" cy="324339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68AAC-0A40-5C1E-1095-C5C74882A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58982" y="2251075"/>
            <a:ext cx="4009835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 "mózg" przeciwników. Wrogowie nie poruszają się losowo, lecz wykorzystują algorytm przeszukiwania wszerz (</a:t>
            </a:r>
            <a:r>
              <a:rPr lang="pl-PL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 W każdej klatce obliczają </a:t>
            </a:r>
            <a:r>
              <a:rPr lang="pl-PL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najkrótszą ścieżkę</a:t>
            </a: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 gracza, co pozwala im inteligentnie omijać ściany labiryntu i skutecznie nas gonić.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642F01-0A89-7FBE-FC05-730CA075A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30" y="4976714"/>
            <a:ext cx="6449325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76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F6610-0D32-8E05-6AF6-6B779E9B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DADBDAAB-E6C0-DF5A-AB25-4334F5F03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D5F898-E427-A0D8-3575-6A40DDB0BD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1BFA1-8652-AE31-127D-E71BA3AB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DBCC1-4C14-7186-9B44-D203207F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0260" y="1241426"/>
            <a:ext cx="6483879" cy="449262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Fizyka Ruchu i Kolizje ze Ścianami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519AE1-0178-55C0-E6E6-A075B85843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25204" y="1929343"/>
            <a:ext cx="5247172" cy="426032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59D86-2A78-E905-5C1F-BDEC9219E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67278" y="2217209"/>
            <a:ext cx="4402667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Implementacja mechaniki, która zapobiega przenikaniu przez ściany. Gra wykorzystuje metodę prostokątów (</a:t>
            </a:r>
            <a:r>
              <a:rPr lang="pl-PL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AABB</a:t>
            </a: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sprawdzając, czy traktor nachodzi na przeszkodę. Jeśli tak – kod automatycznie </a:t>
            </a:r>
            <a:r>
              <a:rPr lang="pl-PL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cofa ruch gracza</a:t>
            </a:r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 daje wrażenie uderzenia w twardą przeszkodę.</a:t>
            </a:r>
          </a:p>
        </p:txBody>
      </p:sp>
    </p:spTree>
    <p:extLst>
      <p:ext uri="{BB962C8B-B14F-4D97-AF65-F5344CB8AC3E}">
        <p14:creationId xmlns:p14="http://schemas.microsoft.com/office/powerpoint/2010/main" val="251220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8E683-205D-36AF-C46F-C2BB4D19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7F17C29F-CC2A-166E-1A9A-8068AD151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0B1899-5150-E185-791A-80AC6B7E43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56842-2FE1-0308-2507-2FC26435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55231-538B-A963-CA5E-614071D70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4867" y="1150549"/>
            <a:ext cx="3426264" cy="493841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Logika "Koszenia"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334941E-9910-CA1D-3FC2-45D1B0F7E5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198285" y="1876207"/>
            <a:ext cx="3562847" cy="1552792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6DAB1F0-685C-B78F-2AF4-65641F81C9D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/>
          <a:stretch>
            <a:fillRect/>
          </a:stretch>
        </p:blipFill>
        <p:spPr>
          <a:xfrm>
            <a:off x="6217971" y="1742926"/>
            <a:ext cx="5137417" cy="3684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65BCF7-0DCD-C9BF-3C97-0CC1DF80E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85" y="3704044"/>
            <a:ext cx="5582429" cy="1133633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78C30A6-A84C-187A-0C10-E841927AA781}"/>
              </a:ext>
            </a:extLst>
          </p:cNvPr>
          <p:cNvSpPr txBox="1">
            <a:spLocks/>
          </p:cNvSpPr>
          <p:nvPr/>
        </p:nvSpPr>
        <p:spPr>
          <a:xfrm>
            <a:off x="5715793" y="1198367"/>
            <a:ext cx="6096000" cy="446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 Zapisu i Odczytu Postępu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385414-3B45-9CDF-C5D1-18AFACBAF94D}"/>
              </a:ext>
            </a:extLst>
          </p:cNvPr>
          <p:cNvSpPr txBox="1"/>
          <p:nvPr/>
        </p:nvSpPr>
        <p:spPr>
          <a:xfrm>
            <a:off x="256785" y="5032230"/>
            <a:ext cx="58392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Mechanizm czasu rzeczywistego: wjechanie na pole o wartości 0 (zboże) natychmiast podmienia je na mapie na 2 (ściernisko) i aktualizuje wynik.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A0D13-10AF-D498-9CB9-343FCB570EAF}"/>
              </a:ext>
            </a:extLst>
          </p:cNvPr>
          <p:cNvSpPr txBox="1"/>
          <p:nvPr/>
        </p:nvSpPr>
        <p:spPr>
          <a:xfrm>
            <a:off x="6217971" y="542751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Prosty system I/O oparty na plikach .txt, który zapamiętuje postęp gracza (odblokowane poziomy) nawet po całkowitym zamknięciu aplikacji.</a:t>
            </a:r>
          </a:p>
        </p:txBody>
      </p:sp>
    </p:spTree>
    <p:extLst>
      <p:ext uri="{BB962C8B-B14F-4D97-AF65-F5344CB8AC3E}">
        <p14:creationId xmlns:p14="http://schemas.microsoft.com/office/powerpoint/2010/main" val="209294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B8560-4690-7345-C0C8-A3E2A672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DD1E0FE2-B71F-38D3-4EB1-605946CD7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64" y="-98536"/>
            <a:ext cx="7055071" cy="705507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4B10C4E-7EB1-E99E-C09E-A7489C880438}"/>
              </a:ext>
            </a:extLst>
          </p:cNvPr>
          <p:cNvSpPr/>
          <p:nvPr/>
        </p:nvSpPr>
        <p:spPr>
          <a:xfrm>
            <a:off x="-1" y="-1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9BB0C-08C4-13CA-C6CD-93A0F90F3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E8E8B6-F30D-C90B-5517-910C9FA18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/>
          <a:lstStyle/>
          <a:p>
            <a:pPr algn="ctr"/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Podział obowiązków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5EF9AF-5CDE-BF79-4076-24E38A1E7F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175" y="2398387"/>
            <a:ext cx="940110" cy="940110"/>
          </a:xfrm>
        </p:spPr>
      </p:pic>
      <p:pic>
        <p:nvPicPr>
          <p:cNvPr id="28" name="Picture 27" descr="A pixel art of a person holding a sword&#10;&#10;AI-generated content may be incorrect.">
            <a:extLst>
              <a:ext uri="{FF2B5EF4-FFF2-40B4-BE49-F238E27FC236}">
                <a16:creationId xmlns:a16="http://schemas.microsoft.com/office/drawing/2014/main" id="{4C830B55-AAD8-0854-0F30-24572771E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36" y="4614520"/>
            <a:ext cx="1217088" cy="1217088"/>
          </a:xfrm>
          <a:prstGeom prst="rect">
            <a:avLst/>
          </a:prstGeom>
        </p:spPr>
      </p:pic>
      <p:pic>
        <p:nvPicPr>
          <p:cNvPr id="30" name="Picture 29" descr="A pixel art of a person holding a bouquet of flowers&#10;&#10;AI-generated content may be incorrect.">
            <a:extLst>
              <a:ext uri="{FF2B5EF4-FFF2-40B4-BE49-F238E27FC236}">
                <a16:creationId xmlns:a16="http://schemas.microsoft.com/office/drawing/2014/main" id="{D45910F0-DCAD-59B1-25C1-71D385BBAD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57" y="3338497"/>
            <a:ext cx="1051145" cy="10511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74DA56-AF8E-9E50-A959-92A501524FDD}"/>
              </a:ext>
            </a:extLst>
          </p:cNvPr>
          <p:cNvSpPr txBox="1"/>
          <p:nvPr/>
        </p:nvSpPr>
        <p:spPr>
          <a:xfrm>
            <a:off x="2699623" y="2647984"/>
            <a:ext cx="7055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Karolina Drost: stworzenie grafik do tekstur, obsluga bibliotek, stworzenie menu i UI, wczytywanie tekstur, boss fight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B8DEAA-200D-24E9-B2B9-DBEF9E5569BF}"/>
              </a:ext>
            </a:extLst>
          </p:cNvPr>
          <p:cNvSpPr txBox="1"/>
          <p:nvPr/>
        </p:nvSpPr>
        <p:spPr>
          <a:xfrm>
            <a:off x="2699623" y="3800133"/>
            <a:ext cx="705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Lena Janik: obsluga sterowania, boostery, stworzenie wrogow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29455-59BD-647E-EBDE-F4554AA0B714}"/>
              </a:ext>
            </a:extLst>
          </p:cNvPr>
          <p:cNvSpPr txBox="1"/>
          <p:nvPr/>
        </p:nvSpPr>
        <p:spPr>
          <a:xfrm>
            <a:off x="2699623" y="4911380"/>
            <a:ext cx="7055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Bartek Dumański: trackowanie gracza, tworzenie i obsluga map labiryntow, licznik punktow, sprawozdanie</a:t>
            </a:r>
          </a:p>
        </p:txBody>
      </p:sp>
    </p:spTree>
    <p:extLst>
      <p:ext uri="{BB962C8B-B14F-4D97-AF65-F5344CB8AC3E}">
        <p14:creationId xmlns:p14="http://schemas.microsoft.com/office/powerpoint/2010/main" val="1773223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D2B719-BAD8-0FD2-20D1-FE56322D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tractor with large wheels&#10;&#10;AI-generated content may be incorrect.">
            <a:extLst>
              <a:ext uri="{FF2B5EF4-FFF2-40B4-BE49-F238E27FC236}">
                <a16:creationId xmlns:a16="http://schemas.microsoft.com/office/drawing/2014/main" id="{9809EC88-835E-0795-C4B2-8E4C374C5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39" y="-98536"/>
            <a:ext cx="7055071" cy="70550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DE2E9B-EBA6-FF7A-10C2-1D0CAEF283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9FE91-7CAB-C4FE-5312-76537488A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66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TRAKTORZYSTA</a:t>
            </a:r>
            <a:endParaRPr lang="pl-PL" sz="6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24336-6FE3-BC64-678C-72BFF67B5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153" y="1231901"/>
            <a:ext cx="5157787" cy="823912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Prezentacja gry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6FB212-C355-95B6-AB08-68848928B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09" y="1896894"/>
            <a:ext cx="3538120" cy="27557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BF82DE-8545-E1DC-CF83-A5D51B0A8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900" y="3537785"/>
            <a:ext cx="3905046" cy="3040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3247D7-BBFF-A5BF-1B4E-E84041F13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947" y="1789224"/>
            <a:ext cx="3758844" cy="29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0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52ea3c4-7253-4dfb-8c6d-66c73f6fdde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8D0092F0E8074F9842518508CA4497" ma:contentTypeVersion="5" ma:contentTypeDescription="Utwórz nowy dokument." ma:contentTypeScope="" ma:versionID="2a1afa704f13d3dfdd3f655426ee9b81">
  <xsd:schema xmlns:xsd="http://www.w3.org/2001/XMLSchema" xmlns:xs="http://www.w3.org/2001/XMLSchema" xmlns:p="http://schemas.microsoft.com/office/2006/metadata/properties" xmlns:ns3="652ea3c4-7253-4dfb-8c6d-66c73f6fdde8" targetNamespace="http://schemas.microsoft.com/office/2006/metadata/properties" ma:root="true" ma:fieldsID="dff1b57527a82a36dda54af992994233" ns3:_="">
    <xsd:import namespace="652ea3c4-7253-4dfb-8c6d-66c73f6fdde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ea3c4-7253-4dfb-8c6d-66c73f6fdde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369228-FBD2-4881-AA75-EBF94D5CCF11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652ea3c4-7253-4dfb-8c6d-66c73f6fdde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6108917-ED0F-495D-A6FD-6289D8F71C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B36598-D036-487B-8D0F-22FD757FAC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2ea3c4-7253-4dfb-8c6d-66c73f6fdd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298</Words>
  <Application>Microsoft Office PowerPoint</Application>
  <PresentationFormat>Widescreen</PresentationFormat>
  <Paragraphs>29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TRAKTORZYSTA</vt:lpstr>
      <vt:lpstr>TRAKTORZYSTA</vt:lpstr>
      <vt:lpstr>TRAKTORZYSTA</vt:lpstr>
      <vt:lpstr>TRAKTORZYSTA</vt:lpstr>
      <vt:lpstr>TRAKTORZYSTA</vt:lpstr>
      <vt:lpstr>TRAKTORZYSTA</vt:lpstr>
      <vt:lpstr>TRAKTORZYSTA</vt:lpstr>
      <vt:lpstr>TRAKTORZYSTA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 Drost</dc:creator>
  <cp:lastModifiedBy>Karolina Drost</cp:lastModifiedBy>
  <cp:revision>2</cp:revision>
  <dcterms:created xsi:type="dcterms:W3CDTF">2026-01-12T16:04:00Z</dcterms:created>
  <dcterms:modified xsi:type="dcterms:W3CDTF">2026-01-14T17:13:00Z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0x0101007E8D0092F0E8074F9842518508CA4497</vt:lpwstr>
  </property>
</Properties>
</file>